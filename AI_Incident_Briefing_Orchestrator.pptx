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the pain: engineers fix, leaders need clarity. AI drafts; humans decide.</a:t>
            </a:r>
            <a:endParaRPr/>
          </a:p>
        </p:txBody>
      </p:sp>
      <p:sp>
        <p:nvSpPr>
          <p:cNvPr id="91" name="Google Shape;9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Anchor on comms latency and context switching.</a:t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contrast with the new flow.</a:t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'AI drafts. Humans decide.'</a:t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data control and governance.</a:t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contrast live during demo.</a:t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this is enterprise-safe.</a:t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to MTTR and operational excellence.</a:t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Narrate each stage; emphasize approval gate.</a:t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if time allows.</a:t>
            </a:r>
            <a:endParaRPr/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Reinforce operating principles.</a:t>
            </a:r>
            <a:endParaRPr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Invite questions; segue to live demo.</a:t>
            </a:r>
            <a:endParaRPr/>
          </a:p>
        </p:txBody>
      </p:sp>
      <p:sp>
        <p:nvSpPr>
          <p:cNvPr id="167" name="Google Shape;16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in Incident Response: Automating Context, Not Judgment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Real Problem in Outages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Engineers need to fix; leaders need clarity—fast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briefings slow MTTR and add cognitive load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Inconsistent tone and missing business impact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Process (Before AI)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alert → SRE triage → Slack chatter → Manager writes status → Exec email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10–20 minutes are manual and inconsistent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Approach — AI-Assisted Briefing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drafts two outputs from the same telemetry: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Executive Brief (business impact, next steps)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Technical Handoff (actionable for on-call SRE)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approval gate before distribution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(Enterprise Pattern)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→ Collector → AI Engine → Governance Store → Notifier → Dashboard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Model-agnostic; runs in VPC; immutable audit trail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Outputs (Two Audiences)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Executive: concise impact/status/next steps; no raw logs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SRE: racks/nodes, VM recovery, 30m actions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Guardrails: 'ETA still being assessed' if unknown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 &amp; Trust Controls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Status: AWAITING_INCIDENT_COMMANDER_APPROVAL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cannot publish externally; approver identity tracked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Legal/Comms review stays in-loop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first exec draft: 15–20 min → ~2–3 min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Standardized tone; reduced duplicate comms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auditability and post-incident review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Demo — Orchestrator Flow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`python run_demo.py` (collector → AI drafts → store)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Notifier posts to Slack or console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Streamlit dashboard; approve draft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flips to APPROVED_FOR_EXEC_CHANNEL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Roadmap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RCA draft generator (post-resolution)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ServiceNow/Jira integration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comms: TTS + translation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K8s pod log tailing for richer context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Lessons &amp; Principles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summarizes facts, not speculation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design is risk design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 beats model choice; audit logs are essential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comms latency, preserve engineer focus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Human-in-the-loop keeps comms accurate and safe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Deployable with existing telemetry today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